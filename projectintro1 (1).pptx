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8" r:id="rId4"/>
    <p:sldId id="257" r:id="rId5"/>
    <p:sldId id="259" r:id="rId6"/>
    <p:sldId id="260" r:id="rId7"/>
    <p:sldId id="261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 ram" userId="caea654576b81dad" providerId="LiveId" clId="{9EAA6341-A5EB-44D0-8BCA-DCC2EF01E760}"/>
    <pc:docChg chg="modSld">
      <pc:chgData name="abhi ram" userId="caea654576b81dad" providerId="LiveId" clId="{9EAA6341-A5EB-44D0-8BCA-DCC2EF01E760}" dt="2026-08-06T17:05:44.106" v="5"/>
      <pc:docMkLst>
        <pc:docMk/>
      </pc:docMkLst>
      <pc:sldChg chg="addSp modSp mod">
        <pc:chgData name="abhi ram" userId="caea654576b81dad" providerId="LiveId" clId="{9EAA6341-A5EB-44D0-8BCA-DCC2EF01E760}" dt="2026-08-06T17:03:27.188" v="4" actId="113"/>
        <pc:sldMkLst>
          <pc:docMk/>
          <pc:sldMk cId="1740191741" sldId="256"/>
        </pc:sldMkLst>
        <pc:spChg chg="mod">
          <ac:chgData name="abhi ram" userId="caea654576b81dad" providerId="LiveId" clId="{9EAA6341-A5EB-44D0-8BCA-DCC2EF01E760}" dt="2026-08-06T17:03:27.188" v="4" actId="113"/>
          <ac:spMkLst>
            <pc:docMk/>
            <pc:sldMk cId="1740191741" sldId="256"/>
            <ac:spMk id="3" creationId="{2CE4E71A-DAF6-D70C-1610-EAF9B3F4D683}"/>
          </ac:spMkLst>
        </pc:spChg>
        <pc:picChg chg="add mod">
          <ac:chgData name="abhi ram" userId="caea654576b81dad" providerId="LiveId" clId="{9EAA6341-A5EB-44D0-8BCA-DCC2EF01E760}" dt="2026-08-06T14:48:01.970" v="3" actId="1076"/>
          <ac:picMkLst>
            <pc:docMk/>
            <pc:sldMk cId="1740191741" sldId="256"/>
            <ac:picMk id="8" creationId="{9A11A87F-616D-E72E-179B-8D40774B8102}"/>
          </ac:picMkLst>
        </pc:picChg>
      </pc:sldChg>
      <pc:sldChg chg="modSp mod">
        <pc:chgData name="abhi ram" userId="caea654576b81dad" providerId="LiveId" clId="{9EAA6341-A5EB-44D0-8BCA-DCC2EF01E760}" dt="2026-08-06T17:05:44.106" v="5"/>
        <pc:sldMkLst>
          <pc:docMk/>
          <pc:sldMk cId="63208765" sldId="262"/>
        </pc:sldMkLst>
        <pc:spChg chg="mod">
          <ac:chgData name="abhi ram" userId="caea654576b81dad" providerId="LiveId" clId="{9EAA6341-A5EB-44D0-8BCA-DCC2EF01E760}" dt="2026-08-06T17:05:44.106" v="5"/>
          <ac:spMkLst>
            <pc:docMk/>
            <pc:sldMk cId="63208765" sldId="262"/>
            <ac:spMk id="3" creationId="{CEEED8FA-3D34-D445-9395-1222FADD2B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 smtClean="0"/>
              <a:t>*</a:t>
            </a:r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 smtClean="0"/>
              <a:t>#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FBCF016-B31A-49A4-949C-A97915C7C6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1312DE2-71CC-41B1-B0E7-106E0E1D10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90FDB34-CD9A-4410-9A21-CCD5282D89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F0AC0F3-466B-447C-9222-2E11CB3AD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E7D2E9B-4FB1-495D-A403-5574F4E477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EDAEB32-6BFC-4477-873A-58370AF5C0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27EB9BC-4447-4ECE-BD1E-40F130C487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10349DD-3EBA-4BBA-9840-D21DB0330D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A148D-6904-4386-8F24-168BDF5B2373}" type="datetimeFigureOut">
              <a:rPr lang="en-IN" smtClean="0"/>
              <a:t>07/08/2026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5981C-380E-40DE-801D-97461E819F3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ieeexplore.ieee.org/document/10129575" TargetMode="External"/><Relationship Id="rId2" Type="http://schemas.openxmlformats.org/officeDocument/2006/relationships/hyperlink" Target="https://www.mdpi.com/2504-446X/7/2/87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6735097" cy="361998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Intelligent Battlefield</a:t>
            </a:r>
            <a:br>
              <a:rPr lang="en-US" dirty="0">
                <a:solidFill>
                  <a:schemeClr val="tx2"/>
                </a:solidFill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</a:br>
            <a:r>
              <a:rPr lang="en-US" dirty="0">
                <a:solidFill>
                  <a:schemeClr val="tx2"/>
                </a:solidFill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Surveillance System</a:t>
            </a:r>
            <a:br>
              <a:rPr lang="en-US" dirty="0">
                <a:solidFill>
                  <a:schemeClr val="tx2"/>
                </a:solidFill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</a:br>
            <a:endParaRPr lang="en-IN" dirty="0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306117" y="4237704"/>
            <a:ext cx="9568465" cy="517678"/>
          </a:xfrm>
        </p:spPr>
        <p:txBody>
          <a:bodyPr/>
          <a:lstStyle/>
          <a:p>
            <a:r>
              <a:rPr lang="en-US" b="1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Project Guide</a:t>
            </a:r>
            <a:r>
              <a:rPr lang="en-US" b="0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 - </a:t>
            </a:r>
            <a:r>
              <a:rPr lang="en-US" dirty="0" err="1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Mrs.B.Siva</a:t>
            </a: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 Jyothi (Assistant Professor)</a:t>
            </a: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8127635" y="5135472"/>
            <a:ext cx="3493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R.Sahithi</a:t>
            </a: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             A23126552235</a:t>
            </a:r>
          </a:p>
          <a:p>
            <a:pPr algn="just"/>
            <a:r>
              <a:rPr lang="en-US" dirty="0" err="1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B.Koushil</a:t>
            </a: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            A23126552198</a:t>
            </a:r>
          </a:p>
          <a:p>
            <a:pPr algn="just"/>
            <a:r>
              <a:rPr lang="en-US" dirty="0" err="1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K.Rohit</a:t>
            </a: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                A23126552210</a:t>
            </a:r>
          </a:p>
          <a:p>
            <a:pPr algn="just"/>
            <a:r>
              <a:rPr lang="en-US" dirty="0" err="1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Ch.Rohith</a:t>
            </a: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            A23126552202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117" y="167148"/>
            <a:ext cx="1642349" cy="1516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</a:b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Abstract</a:t>
            </a:r>
            <a:endParaRPr lang="en-IN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Current battlefield surveillance systems can detect targets, but they often rely on sensors and provide only basic object detection. They lack in distance estimation, real-time object tracking, automated mission summaries and intelligent decision-making. An AI-based battlefield intelligence system is needed to improve monitoring and support faster decision-making.</a:t>
            </a: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 The system provides useful information for military operations and supports faster decision-</a:t>
            </a:r>
            <a:r>
              <a:rPr lang="en-US" dirty="0" err="1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making.It</a:t>
            </a: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 helps reduce manual monitoring by providing real-time battlefield information to operators.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</a:b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0" indent="0" algn="just">
              <a:buNone/>
            </a:pPr>
            <a:endParaRPr lang="en-US" dirty="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Lack of an integrated battlefield surveillance system for object detection, distance estimation, movement tracking, and threat identification. This limits situational awareness and delays effective military decision-making.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</a:b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Existing System</a:t>
            </a:r>
            <a:endParaRPr lang="en-IN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Present surveillance solutions use AI-based object detection and target geolocation through UAVs. However, these systems operate as separate modules and require significant human intervention for battlefield analysis. They lack integrated capabilities such as real-time multi-object tracking, explainable decision-making, and automated mission report generation. As a result, operators spend more time analyzing surveillance data, which can delay critical decisions during battlefield operations.</a:t>
            </a:r>
          </a:p>
          <a:p>
            <a:pPr marL="0" indent="0" algn="just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</a:b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Proposed System</a:t>
            </a:r>
            <a:endParaRPr lang="en-IN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Our proposed system integrates AI-based object detection, distance estimation, and real-time object tracking to enhance battlefield surveillance. It provides threat assessment, explainable insights, and automated mission summaries, enabling faster and more informed decision-making without relying on  sensors.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533832" y="77808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itchFamily="18" charset="0" panose="02020603050405020304"/>
                <a:cs typeface="Times New Roman" pitchFamily="18" charset="0" panose="02020603050405020304"/>
              </a:rPr>
              <a:t>Architecture</a:t>
            </a:r>
            <a:r>
              <a:rPr lang="en-IN" sz="3200" dirty="0">
                <a:latin typeface="Times New Roman" pitchFamily="18" charset="0" panose="02020603050405020304"/>
                <a:cs typeface="Times New Roman" pitchFamily="18" charset="0" panose="02020603050405020304"/>
              </a:rPr>
              <a:t> </a:t>
            </a:r>
            <a:r>
              <a:rPr lang="en-IN" sz="3200" dirty="0"/>
              <a:t>:</a:t>
            </a:r>
            <a:br>
              <a:rPr lang="en-IN" sz="3200" dirty="0"/>
            </a:b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533832" y="1825625"/>
            <a:ext cx="8681884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Tech Stack</a:t>
            </a:r>
            <a:endParaRPr>
              <a:latin typeface="Times New Roman" pitchFamily="18" charset="0" panose="02020603050405020304"/>
              <a:ea typeface="Times New Roman" pitchFamily="18" charset="0" panose="02020603050405020304"/>
              <a:cs typeface="Times New Roman" pitchFamily="18" charset="0" panose="02020603050405020304"/>
            </a:endParaRP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Programming Language: Python</a:t>
            </a:r>
          </a:p>
          <a:p>
            <a:pPr algn="just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Computer Vision: OpenCV</a:t>
            </a:r>
          </a:p>
          <a:p>
            <a:pPr algn="just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Object Detection: YOLOv11</a:t>
            </a:r>
          </a:p>
          <a:p>
            <a:pPr algn="just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Distance Estimation: MiDaS / ZoeDepth</a:t>
            </a:r>
          </a:p>
          <a:p>
            <a:pPr algn="just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Object Tracking: ByteTrack / DeepSORT</a:t>
            </a:r>
          </a:p>
          <a:p>
            <a:pPr algn="just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Multi-Agent Framework: LangGraph</a:t>
            </a:r>
          </a:p>
          <a:p>
            <a:pPr algn="just">
              <a:buFont typeface="Arial" pitchFamily="34" charset="0" panose="020B0604020202020204"/>
              <a:buChar char="•"/>
            </a:pPr>
            <a:r>
              <a:rPr lang="en-US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Large Language Model: Llama 3 / Mistral / Gemma (for intelligent analysis)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365126"/>
            <a:ext cx="10515600" cy="903236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</a:br>
            <a:b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</a:br>
            <a:r>
              <a:rPr lang="en-US" dirty="0">
                <a:latin typeface="Times New Roman" pitchFamily="18" charset="0" panose="02020603050405020304"/>
                <a:ea typeface="Times New Roman" pitchFamily="18" charset="0" panose="02020603050405020304"/>
                <a:cs typeface="Times New Roman" pitchFamily="18" charset="0" panose="02020603050405020304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838200" y="2182761"/>
            <a:ext cx="10515600" cy="3994202"/>
          </a:xfrm>
        </p:spPr>
        <p:txBody>
          <a:bodyPr/>
          <a:lstStyle/>
          <a:p>
            <a:r>
              <a:rPr lang="en-IN" dirty="0"/>
              <a:t>Automatic Detection of Civilian and Military Personnel in Reconnaissance Missions using a UAV (IEEE 2023)</a:t>
            </a:r>
          </a:p>
          <a:p>
            <a:pPr marL="0" indent="0">
              <a:buNone/>
            </a:pPr>
            <a:r>
              <a:rPr lang="en-IN" dirty="0"/>
              <a:t>  IEEE</a:t>
            </a:r>
            <a:r>
              <a:rPr lang="en-IN"/>
              <a:t>: </a:t>
            </a:r>
            <a:r>
              <a:rPr lang="en-IN">
                <a:hlinkClick r:id="rId1"/>
              </a:rPr>
              <a:t>https://ieeexplore.ieee.org/document/10129575</a:t>
            </a:r>
            <a:endParaRPr lang="en-IN" dirty="0"/>
          </a:p>
          <a:p>
            <a:r>
              <a:rPr lang="en-IN" dirty="0"/>
              <a:t>Monocular-Vision-Based Moving Target Geolocation Using Unmanned Aerial Vehicle (Drones, 2023)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>
                <a:hlinkClick r:id="rId2"/>
              </a:rPr>
              <a:t>https://www.mdpi.com/2504-446X/7/2/87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332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Intelligent Battlefield Surveillance System </vt:lpstr>
      <vt:lpstr> Problem Statement</vt:lpstr>
      <vt:lpstr> Abstract</vt:lpstr>
      <vt:lpstr> Existing System</vt:lpstr>
      <vt:lpstr> Proposed System</vt:lpstr>
      <vt:lpstr>Architecture : </vt:lpstr>
      <vt:lpstr> 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 ram</dc:creator>
  <cp:lastModifiedBy>Sahithi Reddi</cp:lastModifiedBy>
  <cp:revision>2</cp:revision>
  <dcterms:created xsi:type="dcterms:W3CDTF">2026-08-06T14:42:47Z</dcterms:created>
  <dcterms:modified xsi:type="dcterms:W3CDTF">2026-08-07T06:09:37Z</dcterms:modified>
</cp:coreProperties>
</file>